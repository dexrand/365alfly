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00"/>
  </p:sldMasterIdLst>
  <p:sldIdLst>
    <p:sldId id="256" r:id="rId1"/>
  </p:sldIdLst>
  <p:sldSz cx="12192119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00" Type="http://schemas.openxmlformats.org/officeDocument/2006/relationships/slideMaster" Target="slideMasters/slideMaster1.xml"/><Relationship Id="rId1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/>
      </a:lvl1pPr>
      <a:lvl2pPr/>
      <a:lvl3pPr/>
      <a:lvl4pPr/>
      <a:lvl5pPr/>
      <a:lvl6pPr/>
      <a:lvl7pPr/>
      <a:lvl8pPr/>
      <a:lvl9pPr/>
    </p:titleStyle>
    <p:bodyStyle>
      <a:lvl1pPr/>
      <a:lvl2pPr/>
      <a:lvl3pPr/>
      <a:lvl4pPr/>
      <a:lvl5pPr/>
      <a:lvl6pPr/>
      <a:lvl7pPr/>
      <a:lvl8pPr/>
      <a:lvl9pPr/>
    </p:bodyStyle>
    <p:otherStyle>
      <a:lvl1pPr/>
      <a:lvl2pPr/>
      <a:lvl3pPr/>
      <a:lvl4pPr/>
      <a:lvl5pPr/>
      <a:lvl6pPr/>
      <a:lvl7pPr/>
      <a:lvl8pPr/>
      <a:lvl9pPr/>
    </p:otherStyle>
  </p:txStyles>
</p:sldMaster>
</file>

<file path=ppt/slides/_rels/slide1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1"/>
          <p:cNvGraphicFramePr/>
          <p:nvPr/>
        </p:nvGraphicFramePr>
        <p:xfrm>
          <a:off x="1080000" y="719999"/>
          <a:ext cx="9720000" cy="432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240000"/>
                <a:gridCol w="3240000"/>
                <a:gridCol w="3240000"/>
              </a:tblGrid>
              <a:tr h="822960">
                <a:tc>
                  <a:txBody>
                    <a:bodyPr/>
                    <a:lstStyle/>
                    <a:p>
                      <a:r>
                        <a:rPr lang="en-US" sz="1500" b="1" dirty="0"/>
                        <a:t>Head A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lang="en-US" sz="1400" dirty="0"/>
                        <a:t>Head B</a:t>
                      </a:r>
                    </a:p>
                  </a:txBody>
                  <a:tcPr marL="91440" marR="91440" marT="45720" marB="45720">
                    <a:solidFill>
                      <a:srgbClr val="4F81BD"/>
                    </a:solidFill>
                    <a:lnL w="9525">
                      <a:solidFill>
                        <a:srgbClr val="1F1F1F"/>
                      </a:solidFill>
                    </a:lnL>
                    <a:lnR w="9525">
                      <a:solidFill>
                        <a:srgbClr val="1F1F1F"/>
                      </a:solidFill>
                    </a:lnR>
                    <a:lnT w="9525">
                      <a:solidFill>
                        <a:srgbClr val="1F1F1F"/>
                      </a:solidFill>
                    </a:lnT>
                    <a:lnB w="9525">
                      <a:solidFill>
                        <a:srgbClr val="1F1F1F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r>
                        <a:rPr lang="en-US" sz="1400" dirty="0"/>
                        <a:t>Head C</a:t>
                      </a:r>
                    </a:p>
                  </a:txBody>
                  <a:tcPr marL="91440" marR="91440" marT="45720" marB="45720">
                    <a:solidFill>
                      <a:srgbClr val="4F81BD"/>
                    </a:solidFill>
                    <a:lnL w="9525">
                      <a:solidFill>
                        <a:srgbClr val="1F1F1F"/>
                      </a:solidFill>
                    </a:lnL>
                    <a:lnR w="9525">
                      <a:solidFill>
                        <a:srgbClr val="1F1F1F"/>
                      </a:solidFill>
                    </a:lnR>
                    <a:lnT w="9525">
                      <a:solidFill>
                        <a:srgbClr val="1F1F1F"/>
                      </a:solidFill>
                    </a:lnT>
                    <a:lnB w="9525">
                      <a:solidFill>
                        <a:srgbClr val="1F1F1F"/>
                      </a:solidFill>
                    </a:lnB>
                  </a:tcPr>
                </a:tc>
              </a:tr>
              <a:tr h="600000">
                <a:tc>
                  <a:txBody>
                    <a:bodyPr anchor="ctr"/>
                    <a:lstStyle/>
                    <a:p>
                      <a:r>
                        <a:rPr lang="en-US" sz="1400" dirty="0"/>
                        <a:t>data 1</a:t>
                      </a:r>
                    </a:p>
                  </a:txBody>
                  <a:tcPr marL="91440" marR="91440" marT="45720" marB="45720">
                    <a:noFill/>
                    <a:lnL w="9525">
                      <a:solidFill>
                        <a:srgbClr val="1F1F1F"/>
                      </a:solidFill>
                    </a:lnL>
                    <a:lnR w="9525">
                      <a:solidFill>
                        <a:srgbClr val="1F1F1F"/>
                      </a:solidFill>
                    </a:lnR>
                    <a:lnT w="9525">
                      <a:solidFill>
                        <a:srgbClr val="1F1F1F"/>
                      </a:solidFill>
                    </a:lnT>
                    <a:lnB w="9525">
                      <a:solidFill>
                        <a:srgbClr val="1F1F1F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r>
                        <a:rPr lang="en-US" sz="1400" dirty="0"/>
                        <a:t>data 2</a:t>
                      </a:r>
                    </a:p>
                  </a:txBody>
                  <a:tcPr marL="91440" marR="91440" marT="45720" marB="45720">
                    <a:noFill/>
                    <a:lnL w="9525">
                      <a:solidFill>
                        <a:srgbClr val="1F1F1F"/>
                      </a:solidFill>
                    </a:lnL>
                    <a:lnR w="9525">
                      <a:solidFill>
                        <a:srgbClr val="1F1F1F"/>
                      </a:solidFill>
                    </a:lnR>
                    <a:lnT w="9525">
                      <a:solidFill>
                        <a:srgbClr val="1F1F1F"/>
                      </a:solidFill>
                    </a:lnT>
                    <a:lnB w="9525">
                      <a:solidFill>
                        <a:srgbClr val="1F1F1F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r>
                        <a:rPr lang="en-US" sz="1400" dirty="0"/>
                        <a:t>data 3</a:t>
                      </a:r>
                    </a:p>
                  </a:txBody>
                  <a:tcPr marL="91440" marR="91440" marT="45720" marB="45720">
                    <a:noFill/>
                    <a:lnL w="9525">
                      <a:solidFill>
                        <a:srgbClr val="1F1F1F"/>
                      </a:solidFill>
                    </a:lnL>
                    <a:lnR w="9525">
                      <a:solidFill>
                        <a:srgbClr val="1F1F1F"/>
                      </a:solidFill>
                    </a:lnR>
                    <a:lnT w="9525">
                      <a:solidFill>
                        <a:srgbClr val="1F1F1F"/>
                      </a:solidFill>
                    </a:lnT>
                    <a:lnB w="9525">
                      <a:solidFill>
                        <a:srgbClr val="1F1F1F"/>
                      </a:solidFill>
                    </a:lnB>
                  </a:tcPr>
                </a:tc>
              </a:tr>
              <a:tr h="600000">
                <a:tc>
                  <a:txBody>
                    <a:bodyPr anchor="ctr"/>
                    <a:lstStyle/>
                    <a:p>
                      <a:r>
                        <a:rPr lang="en-US" sz="1400" dirty="0"/>
                        <a:t>left</a:t>
                      </a:r>
                    </a:p>
                  </a:txBody>
                  <a:tcPr marL="91440" marR="91440" marT="45720" marB="45720">
                    <a:noFill/>
                    <a:lnL w="9525">
                      <a:solidFill>
                        <a:srgbClr val="1F1F1F"/>
                      </a:solidFill>
                    </a:lnL>
                    <a:lnR w="9525">
                      <a:solidFill>
                        <a:srgbClr val="1F1F1F"/>
                      </a:solidFill>
                    </a:lnR>
                    <a:lnT w="9525">
                      <a:solidFill>
                        <a:srgbClr val="1F1F1F"/>
                      </a:solidFill>
                    </a:lnT>
                    <a:lnB w="9525">
                      <a:solidFill>
                        <a:srgbClr val="1F1F1F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r>
                        <a:rPr lang="en-US" sz="1400" dirty="0"/>
                        <a:t>center</a:t>
                      </a:r>
                    </a:p>
                  </a:txBody>
                  <a:tcPr marL="91440" marR="91440" marT="45720" marB="45720">
                    <a:noFill/>
                    <a:lnL w="9525">
                      <a:solidFill>
                        <a:srgbClr val="1F1F1F"/>
                      </a:solidFill>
                    </a:lnL>
                    <a:lnR w="9525">
                      <a:solidFill>
                        <a:srgbClr val="1F1F1F"/>
                      </a:solidFill>
                    </a:lnR>
                    <a:lnT w="9525">
                      <a:solidFill>
                        <a:srgbClr val="1F1F1F"/>
                      </a:solidFill>
                    </a:lnT>
                    <a:lnB w="9525">
                      <a:solidFill>
                        <a:srgbClr val="1F1F1F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r>
                        <a:rPr lang="en-US" sz="1400" dirty="0"/>
                        <a:t>right</a:t>
                      </a:r>
                    </a:p>
                  </a:txBody>
                  <a:tcPr marL="91440" marR="91440" marT="45720" marB="45720">
                    <a:noFill/>
                    <a:lnL w="9525">
                      <a:solidFill>
                        <a:srgbClr val="1F1F1F"/>
                      </a:solidFill>
                    </a:lnL>
                    <a:lnR w="9525">
                      <a:solidFill>
                        <a:srgbClr val="1F1F1F"/>
                      </a:solidFill>
                    </a:lnR>
                    <a:lnT w="9525">
                      <a:solidFill>
                        <a:srgbClr val="1F1F1F"/>
                      </a:solidFill>
                    </a:lnT>
                    <a:lnB w="9525">
                      <a:solidFill>
                        <a:srgbClr val="1F1F1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pptx-open-th">
  <a:themeElements>
    <a:clrScheme name="pptx-ope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x-open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-ope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