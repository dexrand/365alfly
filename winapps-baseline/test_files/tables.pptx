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1"/>
          <p:cNvGraphicFramePr/>
          <p:nvPr/>
        </p:nvGraphicFramePr>
        <p:xfrm>
          <a:off x="1080000" y="719999"/>
          <a:ext cx="9720000" cy="432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240000"/>
                <a:gridCol w="3240000"/>
                <a:gridCol w="3240000"/>
              </a:tblGrid>
              <a:tr h="822960">
                <a:tc>
                  <a:txBody>
                    <a:bodyPr/>
                    <a:lstStyle/>
                    <a:p>
                      <a:r>
                        <a:rPr lang="en-US" sz="1500" b="1" dirty="0"/>
                        <a:t>Head A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Head B</a:t>
                      </a:r>
                    </a:p>
                  </a:txBody>
                  <a:tcPr marL="91440" marR="91440" marT="45720" marB="45720">
                    <a:solidFill>
                      <a:srgbClr val="4F81BD"/>
                    </a:solidFill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Head C</a:t>
                      </a:r>
                    </a:p>
                  </a:txBody>
                  <a:tcPr marL="91440" marR="91440" marT="45720" marB="45720">
                    <a:solidFill>
                      <a:srgbClr val="4F81BD"/>
                    </a:solidFill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data 1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data 2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data 3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</a:tr>
              <a:tr h="600000"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left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center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  <a:tc>
                  <a:txBody>
                    <a:bodyPr anchor="ctr"/>
                    <a:lstStyle/>
                    <a:p>
                      <a:r>
                        <a:rPr lang="en-US" sz="1400" dirty="0"/>
                        <a:t>right</a:t>
                      </a:r>
                    </a:p>
                  </a:txBody>
                  <a:tcPr marL="91440" marR="91440" marT="45720" marB="45720">
                    <a:noFill/>
                    <a:lnL w="9525">
                      <a:solidFill>
                        <a:srgbClr val="1F1F1F"/>
                      </a:solidFill>
                    </a:lnL>
                    <a:lnR w="9525">
                      <a:solidFill>
                        <a:srgbClr val="1F1F1F"/>
                      </a:solidFill>
                    </a:lnR>
                    <a:lnT w="9525">
                      <a:solidFill>
                        <a:srgbClr val="1F1F1F"/>
                      </a:solidFill>
                    </a:lnT>
                    <a:lnB w="9525">
                      <a:solidFill>
                        <a:srgbClr val="1F1F1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