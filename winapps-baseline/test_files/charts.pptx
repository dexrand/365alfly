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Foglio1!$A$2:$A$5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Foglio1!$B$2:$B$5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A6-4CF1-BA52-BABD52808F28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Foglio1!$A$2:$A$5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Foglio1!$C$2:$C$5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2A6-4CF1-BA52-BABD52808F28}"/>
            </c:ext>
          </c:extLst>
        </c:ser>
        <c:ser>
          <c:idx val="2"/>
          <c:order val="2"/>
          <c:tx>
            <c:strRef>
              <c:f>Foglio1!$D$1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Foglio1!$A$2:$A$5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Foglio1!$D$2:$D$5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2A6-4CF1-BA52-BABD52808F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05493455"/>
        <c:axId val="1131759791"/>
      </c:barChart>
      <c:catAx>
        <c:axId val="12054934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131759791"/>
        <c:crosses val="autoZero"/>
        <c:auto val="1"/>
        <c:lblAlgn val="ctr"/>
        <c:lblOffset val="100"/>
        <c:noMultiLvlLbl val="0"/>
      </c:catAx>
      <c:valAx>
        <c:axId val="11317597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2054934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D1F3A8-7A64-21D7-2B6A-02CD0318EE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C82F7C7-5572-0604-70AE-FAE59B31F8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DA7639F-7A64-199A-CE4F-6E3735CE3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A283B-B385-4EF6-9F6D-27B4A73D93C2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619E09E-BECC-231E-8F57-1EA192E23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0E56789-0A65-E951-B750-647EC5CC3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1B9A6-B3ED-437F-B0A1-142A162B3E2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5549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A8C804-9163-C805-01EE-5C1EE403A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25A36C3-9FAC-D65C-48B7-A5BE3B2C6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B31AC9F-986C-6BCF-6557-E0433BD3B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A283B-B385-4EF6-9F6D-27B4A73D93C2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43A7AF3-30DD-667F-294B-6738EE277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49EF489-99A1-9652-D185-D1959D2B0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1B9A6-B3ED-437F-B0A1-142A162B3E2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55002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3D79C9-18B0-7FAE-DE48-03365025E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F8CE105-F9D9-0943-18D2-08ACA230E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5DC1F52-A0D6-F42D-A45A-EFB4AB2D5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A283B-B385-4EF6-9F6D-27B4A73D93C2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0C0125-22C3-FA16-B566-B42ABD378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B375F02-0657-A7C8-4F65-0EC3BB238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1B9A6-B3ED-437F-B0A1-142A162B3E2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9836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45E9A7-9074-2626-8BDE-D9886CDF5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F3958A-F708-7F21-FE99-140E4655AF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5799844-3552-F1D0-5A58-B284BD206F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E319098-52E3-84B4-361C-F5D55DE74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A283B-B385-4EF6-9F6D-27B4A73D93C2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868DBBA-551C-D198-0EFD-9CCD2E69D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0D22380-5396-0217-41BB-41B038B38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1B9A6-B3ED-437F-B0A1-142A162B3E2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9721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9C157B-393A-8747-5DF0-305290252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88A08FA-AD37-CE87-EA32-6F990333F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3CA15C9-42C4-D925-5F2E-E29B1FA5DE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51D1452-FCEC-D1ED-7080-D87689CE2F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93217F3-0775-E1CF-C97D-C502312FF3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C6477F9-1DE2-1353-92A1-92237ED3D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A283B-B385-4EF6-9F6D-27B4A73D93C2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0E954EB-F7C6-6D91-EDA0-A226CDE8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E3DD63E-932E-4AFB-885E-8318B57F5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1B9A6-B3ED-437F-B0A1-142A162B3E2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0682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8FEB99-93AE-48D5-8EE7-87560D151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487E25B-0137-5AB4-B1E6-7B06F2779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A283B-B385-4EF6-9F6D-27B4A73D93C2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EAE09CD-2819-BA80-2543-CA59E9394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18D5E48-E54B-B713-BA48-725C94E29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1B9A6-B3ED-437F-B0A1-142A162B3E2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3679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95B3A71-9227-5D52-3E8E-BCB9C0C96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A283B-B385-4EF6-9F6D-27B4A73D93C2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6165FE1-B852-E16D-D10C-6DE703D6D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C9DED18-BDBD-EC16-4858-F0D3ED024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1B9A6-B3ED-437F-B0A1-142A162B3E2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51327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55F08A-25B4-93C7-8598-4C505871C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64EF128-1F13-33D7-4818-693A4C281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6640611-EC9A-3FB0-9E48-75E6C6AD0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438689E-EAF1-DC83-296A-455FC91D7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A283B-B385-4EF6-9F6D-27B4A73D93C2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E7C7E4D-0D66-7B83-BC31-F1583C5C1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59A8E20-B30E-82C4-9B45-A09AC29CF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1B9A6-B3ED-437F-B0A1-142A162B3E2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5658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0E914C-9165-89C2-46DF-AE8C2BB89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F6065BB-F1F3-31C0-76AE-92995AE1CF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FD6CE4B-127E-F583-8D14-216B223499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0580394-643F-299E-8320-07207437A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A283B-B385-4EF6-9F6D-27B4A73D93C2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6DBDB94-6399-E26C-501D-714BAEC72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38767E6-BD11-DD2F-9503-85E4A849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1B9A6-B3ED-437F-B0A1-142A162B3E2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9968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68F1D3-63FE-7528-8693-134D51BA9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6994E9F-4A3A-FA77-0818-F60DA9E33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560DFC1-C3E2-2F0B-3FED-5819E10B1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A283B-B385-4EF6-9F6D-27B4A73D93C2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5029B86-14CD-603B-6D15-C99FDAE9F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F238336-702C-DC22-2B08-078B28732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1B9A6-B3ED-437F-B0A1-142A162B3E2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4574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032B72D-5118-E2FB-3B7D-4BA18A9039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A73ACA5-E426-295C-40B5-0F841B43D0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6F8340E-4B7B-3796-841C-46BBA08E2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A283B-B385-4EF6-9F6D-27B4A73D93C2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7E703CD-9C45-9CCC-78EF-C9C99C565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F562A27-4B5D-9848-E296-0B6EC12E7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1B9A6-B3ED-437F-B0A1-142A162B3E2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4318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17F944E-87A6-7B43-BCE4-674F6D66F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4687DFF-783B-028E-A94A-983B7EE06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1E21E62-961A-CD23-C04D-AD251B6D7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A283B-B385-4EF6-9F6D-27B4A73D93C2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88DFC38-D535-1E12-6DBA-3142B12132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19E557A-0158-FA69-ED4A-8BAC0E8DE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61B9A6-B3ED-437F-B0A1-142A162B3E2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6198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afico 1">
            <a:extLst>
              <a:ext uri="{FF2B5EF4-FFF2-40B4-BE49-F238E27FC236}">
                <a16:creationId xmlns:a16="http://schemas.microsoft.com/office/drawing/2014/main" id="{1911A194-2808-9E3C-8C42-CAD957B756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5236916"/>
              </p:ext>
            </p:extLst>
          </p:nvPr>
        </p:nvGraphicFramePr>
        <p:xfrm>
          <a:off x="762000" y="762000"/>
          <a:ext cx="11430000" cy="571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511589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Romeo Bandoria</dc:creator>
  <cp:lastModifiedBy>Romeo Bandoria</cp:lastModifiedBy>
  <cp:revision>1</cp:revision>
  <dcterms:created xsi:type="dcterms:W3CDTF">2026-09-22T13:14:44Z</dcterms:created>
  <dcterms:modified xsi:type="dcterms:W3CDTF">2026-09-22T13:14:44Z</dcterms:modified>
</cp:coreProperties>
</file>