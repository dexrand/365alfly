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BB0B46-ECA5-4FE6-B86B-509EF08DD1E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it-IT"/>
        </a:p>
      </dgm:t>
    </dgm:pt>
    <dgm:pt modelId="{3B1C25D6-43CF-43FF-BD8F-E35DA36DDC4F}">
      <dgm:prSet phldrT="[Testo]" phldr="1"/>
      <dgm:spPr/>
      <dgm:t>
        <a:bodyPr/>
        <a:lstStyle/>
        <a:p>
          <a:endParaRPr lang="it-IT"/>
        </a:p>
      </dgm:t>
    </dgm:pt>
    <dgm:pt modelId="{A0D3C9AF-55C0-4555-947F-6B5D001E5094}" type="parTrans" cxnId="{57A033CB-D171-4C6A-875A-12B4D0D5CE28}">
      <dgm:prSet/>
      <dgm:spPr/>
      <dgm:t>
        <a:bodyPr/>
        <a:lstStyle/>
        <a:p>
          <a:endParaRPr lang="it-IT"/>
        </a:p>
      </dgm:t>
    </dgm:pt>
    <dgm:pt modelId="{878557B4-77BE-47BA-92DC-224738C210C2}" type="sibTrans" cxnId="{57A033CB-D171-4C6A-875A-12B4D0D5CE28}">
      <dgm:prSet/>
      <dgm:spPr/>
      <dgm:t>
        <a:bodyPr/>
        <a:lstStyle/>
        <a:p>
          <a:endParaRPr lang="it-IT"/>
        </a:p>
      </dgm:t>
    </dgm:pt>
    <dgm:pt modelId="{558CDB1F-964B-45C0-8E06-558A7B644426}">
      <dgm:prSet phldrT="[Testo]" phldr="1"/>
      <dgm:spPr/>
      <dgm:t>
        <a:bodyPr/>
        <a:lstStyle/>
        <a:p>
          <a:endParaRPr lang="it-IT"/>
        </a:p>
      </dgm:t>
    </dgm:pt>
    <dgm:pt modelId="{E293993F-650B-403C-9BAD-A0ED16A18D2D}" type="parTrans" cxnId="{D7166BC3-63A5-44AF-945C-193EDE6C3CC3}">
      <dgm:prSet/>
      <dgm:spPr/>
      <dgm:t>
        <a:bodyPr/>
        <a:lstStyle/>
        <a:p>
          <a:endParaRPr lang="it-IT"/>
        </a:p>
      </dgm:t>
    </dgm:pt>
    <dgm:pt modelId="{E8F660B8-4315-417E-93C5-1651655CBA70}" type="sibTrans" cxnId="{D7166BC3-63A5-44AF-945C-193EDE6C3CC3}">
      <dgm:prSet/>
      <dgm:spPr/>
      <dgm:t>
        <a:bodyPr/>
        <a:lstStyle/>
        <a:p>
          <a:endParaRPr lang="it-IT"/>
        </a:p>
      </dgm:t>
    </dgm:pt>
    <dgm:pt modelId="{3CC73B6A-016A-4C18-9624-74F0AACBAD99}">
      <dgm:prSet phldrT="[Testo]" phldr="1"/>
      <dgm:spPr/>
      <dgm:t>
        <a:bodyPr/>
        <a:lstStyle/>
        <a:p>
          <a:endParaRPr lang="it-IT"/>
        </a:p>
      </dgm:t>
    </dgm:pt>
    <dgm:pt modelId="{94DA3BCE-F461-4099-88CD-F872E47BAF85}" type="parTrans" cxnId="{FF43BE8C-DB94-41D5-AC59-E314F5176602}">
      <dgm:prSet/>
      <dgm:spPr/>
      <dgm:t>
        <a:bodyPr/>
        <a:lstStyle/>
        <a:p>
          <a:endParaRPr lang="it-IT"/>
        </a:p>
      </dgm:t>
    </dgm:pt>
    <dgm:pt modelId="{B3FDC776-9F1F-4B44-AB0A-011DD531EB69}" type="sibTrans" cxnId="{FF43BE8C-DB94-41D5-AC59-E314F5176602}">
      <dgm:prSet/>
      <dgm:spPr/>
      <dgm:t>
        <a:bodyPr/>
        <a:lstStyle/>
        <a:p>
          <a:endParaRPr lang="it-IT"/>
        </a:p>
      </dgm:t>
    </dgm:pt>
    <dgm:pt modelId="{E507FF5D-13BC-4356-BCBF-37E170B77273}">
      <dgm:prSet phldrT="[Testo]" phldr="1"/>
      <dgm:spPr/>
      <dgm:t>
        <a:bodyPr/>
        <a:lstStyle/>
        <a:p>
          <a:endParaRPr lang="it-IT"/>
        </a:p>
      </dgm:t>
    </dgm:pt>
    <dgm:pt modelId="{3197BD44-331F-4A56-8F95-7E6B807B0C23}" type="parTrans" cxnId="{E67271A0-79BF-45DF-B20A-C44119CB23D3}">
      <dgm:prSet/>
      <dgm:spPr/>
      <dgm:t>
        <a:bodyPr/>
        <a:lstStyle/>
        <a:p>
          <a:endParaRPr lang="it-IT"/>
        </a:p>
      </dgm:t>
    </dgm:pt>
    <dgm:pt modelId="{D9E9A1DD-C3E7-4C97-9B88-1C143936ED45}" type="sibTrans" cxnId="{E67271A0-79BF-45DF-B20A-C44119CB23D3}">
      <dgm:prSet/>
      <dgm:spPr/>
      <dgm:t>
        <a:bodyPr/>
        <a:lstStyle/>
        <a:p>
          <a:endParaRPr lang="it-IT"/>
        </a:p>
      </dgm:t>
    </dgm:pt>
    <dgm:pt modelId="{1EA29015-0F4A-4ACD-BA38-70242E600D4D}">
      <dgm:prSet phldrT="[Testo]" phldr="1"/>
      <dgm:spPr/>
      <dgm:t>
        <a:bodyPr/>
        <a:lstStyle/>
        <a:p>
          <a:endParaRPr lang="it-IT"/>
        </a:p>
      </dgm:t>
    </dgm:pt>
    <dgm:pt modelId="{50095175-51C1-44D8-9A45-83D847FA8532}" type="parTrans" cxnId="{B113F384-F13C-4465-9CEB-502D96F9123E}">
      <dgm:prSet/>
      <dgm:spPr/>
      <dgm:t>
        <a:bodyPr/>
        <a:lstStyle/>
        <a:p>
          <a:endParaRPr lang="it-IT"/>
        </a:p>
      </dgm:t>
    </dgm:pt>
    <dgm:pt modelId="{80C836EE-91EA-461B-B2DF-1EC8FD3883C6}" type="sibTrans" cxnId="{B113F384-F13C-4465-9CEB-502D96F9123E}">
      <dgm:prSet/>
      <dgm:spPr/>
      <dgm:t>
        <a:bodyPr/>
        <a:lstStyle/>
        <a:p>
          <a:endParaRPr lang="it-IT"/>
        </a:p>
      </dgm:t>
    </dgm:pt>
    <dgm:pt modelId="{ABBF98BA-3E25-4DE6-8B0A-13B6BC8ADC06}" type="pres">
      <dgm:prSet presAssocID="{AFBB0B46-ECA5-4FE6-B86B-509EF08DD1E1}" presName="diagram" presStyleCnt="0">
        <dgm:presLayoutVars>
          <dgm:dir/>
          <dgm:resizeHandles val="exact"/>
        </dgm:presLayoutVars>
      </dgm:prSet>
      <dgm:spPr/>
    </dgm:pt>
    <dgm:pt modelId="{B65139B5-632E-47DF-823D-D7FC1CDF820A}" type="pres">
      <dgm:prSet presAssocID="{3B1C25D6-43CF-43FF-BD8F-E35DA36DDC4F}" presName="node" presStyleLbl="node1" presStyleIdx="0" presStyleCnt="5">
        <dgm:presLayoutVars>
          <dgm:bulletEnabled val="1"/>
        </dgm:presLayoutVars>
      </dgm:prSet>
      <dgm:spPr/>
    </dgm:pt>
    <dgm:pt modelId="{467E6544-56F3-4084-B43B-042BE34E87A7}" type="pres">
      <dgm:prSet presAssocID="{878557B4-77BE-47BA-92DC-224738C210C2}" presName="sibTrans" presStyleCnt="0"/>
      <dgm:spPr/>
    </dgm:pt>
    <dgm:pt modelId="{09E5756B-AD53-44A5-8006-CE159044FA98}" type="pres">
      <dgm:prSet presAssocID="{558CDB1F-964B-45C0-8E06-558A7B644426}" presName="node" presStyleLbl="node1" presStyleIdx="1" presStyleCnt="5">
        <dgm:presLayoutVars>
          <dgm:bulletEnabled val="1"/>
        </dgm:presLayoutVars>
      </dgm:prSet>
      <dgm:spPr/>
    </dgm:pt>
    <dgm:pt modelId="{1C5E40D2-7ED8-4F80-94B0-1BC9ED6E0500}" type="pres">
      <dgm:prSet presAssocID="{E8F660B8-4315-417E-93C5-1651655CBA70}" presName="sibTrans" presStyleCnt="0"/>
      <dgm:spPr/>
    </dgm:pt>
    <dgm:pt modelId="{47DB3D95-9B2A-4AB9-BF4F-192CD5A4E051}" type="pres">
      <dgm:prSet presAssocID="{3CC73B6A-016A-4C18-9624-74F0AACBAD99}" presName="node" presStyleLbl="node1" presStyleIdx="2" presStyleCnt="5">
        <dgm:presLayoutVars>
          <dgm:bulletEnabled val="1"/>
        </dgm:presLayoutVars>
      </dgm:prSet>
      <dgm:spPr/>
    </dgm:pt>
    <dgm:pt modelId="{08A789C8-FA2D-42F2-BDE7-57DE224C54A9}" type="pres">
      <dgm:prSet presAssocID="{B3FDC776-9F1F-4B44-AB0A-011DD531EB69}" presName="sibTrans" presStyleCnt="0"/>
      <dgm:spPr/>
    </dgm:pt>
    <dgm:pt modelId="{1EE57DC8-928C-40E2-B3D2-A3B5CB4D2049}" type="pres">
      <dgm:prSet presAssocID="{E507FF5D-13BC-4356-BCBF-37E170B77273}" presName="node" presStyleLbl="node1" presStyleIdx="3" presStyleCnt="5">
        <dgm:presLayoutVars>
          <dgm:bulletEnabled val="1"/>
        </dgm:presLayoutVars>
      </dgm:prSet>
      <dgm:spPr/>
    </dgm:pt>
    <dgm:pt modelId="{685171D8-DB17-46A0-BD1B-2451FB5540D2}" type="pres">
      <dgm:prSet presAssocID="{D9E9A1DD-C3E7-4C97-9B88-1C143936ED45}" presName="sibTrans" presStyleCnt="0"/>
      <dgm:spPr/>
    </dgm:pt>
    <dgm:pt modelId="{2208596F-F1DB-4789-9F5B-1CCDD860DC30}" type="pres">
      <dgm:prSet presAssocID="{1EA29015-0F4A-4ACD-BA38-70242E600D4D}" presName="node" presStyleLbl="node1" presStyleIdx="4" presStyleCnt="5">
        <dgm:presLayoutVars>
          <dgm:bulletEnabled val="1"/>
        </dgm:presLayoutVars>
      </dgm:prSet>
      <dgm:spPr/>
    </dgm:pt>
  </dgm:ptLst>
  <dgm:cxnLst>
    <dgm:cxn modelId="{4E46A027-0F71-480A-A156-A1C319FFE378}" type="presOf" srcId="{AFBB0B46-ECA5-4FE6-B86B-509EF08DD1E1}" destId="{ABBF98BA-3E25-4DE6-8B0A-13B6BC8ADC06}" srcOrd="0" destOrd="0" presId="urn:microsoft.com/office/officeart/2005/8/layout/default"/>
    <dgm:cxn modelId="{9689DC40-4995-479E-8AB5-DFE564A2D227}" type="presOf" srcId="{558CDB1F-964B-45C0-8E06-558A7B644426}" destId="{09E5756B-AD53-44A5-8006-CE159044FA98}" srcOrd="0" destOrd="0" presId="urn:microsoft.com/office/officeart/2005/8/layout/default"/>
    <dgm:cxn modelId="{4B0B196F-C7B6-4F4D-9F36-9362F47808A3}" type="presOf" srcId="{E507FF5D-13BC-4356-BCBF-37E170B77273}" destId="{1EE57DC8-928C-40E2-B3D2-A3B5CB4D2049}" srcOrd="0" destOrd="0" presId="urn:microsoft.com/office/officeart/2005/8/layout/default"/>
    <dgm:cxn modelId="{B113F384-F13C-4465-9CEB-502D96F9123E}" srcId="{AFBB0B46-ECA5-4FE6-B86B-509EF08DD1E1}" destId="{1EA29015-0F4A-4ACD-BA38-70242E600D4D}" srcOrd="4" destOrd="0" parTransId="{50095175-51C1-44D8-9A45-83D847FA8532}" sibTransId="{80C836EE-91EA-461B-B2DF-1EC8FD3883C6}"/>
    <dgm:cxn modelId="{1D525085-18A0-4EB0-8693-71B62B1ABFFB}" type="presOf" srcId="{1EA29015-0F4A-4ACD-BA38-70242E600D4D}" destId="{2208596F-F1DB-4789-9F5B-1CCDD860DC30}" srcOrd="0" destOrd="0" presId="urn:microsoft.com/office/officeart/2005/8/layout/default"/>
    <dgm:cxn modelId="{FF43BE8C-DB94-41D5-AC59-E314F5176602}" srcId="{AFBB0B46-ECA5-4FE6-B86B-509EF08DD1E1}" destId="{3CC73B6A-016A-4C18-9624-74F0AACBAD99}" srcOrd="2" destOrd="0" parTransId="{94DA3BCE-F461-4099-88CD-F872E47BAF85}" sibTransId="{B3FDC776-9F1F-4B44-AB0A-011DD531EB69}"/>
    <dgm:cxn modelId="{E67271A0-79BF-45DF-B20A-C44119CB23D3}" srcId="{AFBB0B46-ECA5-4FE6-B86B-509EF08DD1E1}" destId="{E507FF5D-13BC-4356-BCBF-37E170B77273}" srcOrd="3" destOrd="0" parTransId="{3197BD44-331F-4A56-8F95-7E6B807B0C23}" sibTransId="{D9E9A1DD-C3E7-4C97-9B88-1C143936ED45}"/>
    <dgm:cxn modelId="{754649BB-9D78-4183-BD5C-14E7A7794AE0}" type="presOf" srcId="{3CC73B6A-016A-4C18-9624-74F0AACBAD99}" destId="{47DB3D95-9B2A-4AB9-BF4F-192CD5A4E051}" srcOrd="0" destOrd="0" presId="urn:microsoft.com/office/officeart/2005/8/layout/default"/>
    <dgm:cxn modelId="{D7166BC3-63A5-44AF-945C-193EDE6C3CC3}" srcId="{AFBB0B46-ECA5-4FE6-B86B-509EF08DD1E1}" destId="{558CDB1F-964B-45C0-8E06-558A7B644426}" srcOrd="1" destOrd="0" parTransId="{E293993F-650B-403C-9BAD-A0ED16A18D2D}" sibTransId="{E8F660B8-4315-417E-93C5-1651655CBA70}"/>
    <dgm:cxn modelId="{57A033CB-D171-4C6A-875A-12B4D0D5CE28}" srcId="{AFBB0B46-ECA5-4FE6-B86B-509EF08DD1E1}" destId="{3B1C25D6-43CF-43FF-BD8F-E35DA36DDC4F}" srcOrd="0" destOrd="0" parTransId="{A0D3C9AF-55C0-4555-947F-6B5D001E5094}" sibTransId="{878557B4-77BE-47BA-92DC-224738C210C2}"/>
    <dgm:cxn modelId="{F92EB0D4-522E-4C81-98CF-745AE36AE162}" type="presOf" srcId="{3B1C25D6-43CF-43FF-BD8F-E35DA36DDC4F}" destId="{B65139B5-632E-47DF-823D-D7FC1CDF820A}" srcOrd="0" destOrd="0" presId="urn:microsoft.com/office/officeart/2005/8/layout/default"/>
    <dgm:cxn modelId="{3C77FE40-9C32-49F9-975C-1E7BC4A027E0}" type="presParOf" srcId="{ABBF98BA-3E25-4DE6-8B0A-13B6BC8ADC06}" destId="{B65139B5-632E-47DF-823D-D7FC1CDF820A}" srcOrd="0" destOrd="0" presId="urn:microsoft.com/office/officeart/2005/8/layout/default"/>
    <dgm:cxn modelId="{093F625B-0CBA-4F6D-821F-E52CA916B173}" type="presParOf" srcId="{ABBF98BA-3E25-4DE6-8B0A-13B6BC8ADC06}" destId="{467E6544-56F3-4084-B43B-042BE34E87A7}" srcOrd="1" destOrd="0" presId="urn:microsoft.com/office/officeart/2005/8/layout/default"/>
    <dgm:cxn modelId="{929254BA-DFB8-445D-8F0A-04EF10A2C1EA}" type="presParOf" srcId="{ABBF98BA-3E25-4DE6-8B0A-13B6BC8ADC06}" destId="{09E5756B-AD53-44A5-8006-CE159044FA98}" srcOrd="2" destOrd="0" presId="urn:microsoft.com/office/officeart/2005/8/layout/default"/>
    <dgm:cxn modelId="{0A423D06-56E7-464D-9373-563C7DC1FCC9}" type="presParOf" srcId="{ABBF98BA-3E25-4DE6-8B0A-13B6BC8ADC06}" destId="{1C5E40D2-7ED8-4F80-94B0-1BC9ED6E0500}" srcOrd="3" destOrd="0" presId="urn:microsoft.com/office/officeart/2005/8/layout/default"/>
    <dgm:cxn modelId="{31342304-4009-46A3-B56B-9B3B1D6D25CB}" type="presParOf" srcId="{ABBF98BA-3E25-4DE6-8B0A-13B6BC8ADC06}" destId="{47DB3D95-9B2A-4AB9-BF4F-192CD5A4E051}" srcOrd="4" destOrd="0" presId="urn:microsoft.com/office/officeart/2005/8/layout/default"/>
    <dgm:cxn modelId="{4D28639A-F979-4547-A10F-199E56A9FD65}" type="presParOf" srcId="{ABBF98BA-3E25-4DE6-8B0A-13B6BC8ADC06}" destId="{08A789C8-FA2D-42F2-BDE7-57DE224C54A9}" srcOrd="5" destOrd="0" presId="urn:microsoft.com/office/officeart/2005/8/layout/default"/>
    <dgm:cxn modelId="{B809C892-AF0B-4518-B2DC-27B536BF766D}" type="presParOf" srcId="{ABBF98BA-3E25-4DE6-8B0A-13B6BC8ADC06}" destId="{1EE57DC8-928C-40E2-B3D2-A3B5CB4D2049}" srcOrd="6" destOrd="0" presId="urn:microsoft.com/office/officeart/2005/8/layout/default"/>
    <dgm:cxn modelId="{9A330778-6DB0-4D41-840D-7EBB322FDE35}" type="presParOf" srcId="{ABBF98BA-3E25-4DE6-8B0A-13B6BC8ADC06}" destId="{685171D8-DB17-46A0-BD1B-2451FB5540D2}" srcOrd="7" destOrd="0" presId="urn:microsoft.com/office/officeart/2005/8/layout/default"/>
    <dgm:cxn modelId="{D5912FCE-8709-4316-801A-D7770F880BFA}" type="presParOf" srcId="{ABBF98BA-3E25-4DE6-8B0A-13B6BC8ADC06}" destId="{2208596F-F1DB-4789-9F5B-1CCDD860DC30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5139B5-632E-47DF-823D-D7FC1CDF820A}">
      <dsp:nvSpPr>
        <dsp:cNvPr id="0" name=""/>
        <dsp:cNvSpPr/>
      </dsp:nvSpPr>
      <dsp:spPr>
        <a:xfrm>
          <a:off x="0" y="535781"/>
          <a:ext cx="3571875" cy="21431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6500" kern="1200"/>
        </a:p>
      </dsp:txBody>
      <dsp:txXfrm>
        <a:off x="0" y="535781"/>
        <a:ext cx="3571875" cy="2143125"/>
      </dsp:txXfrm>
    </dsp:sp>
    <dsp:sp modelId="{09E5756B-AD53-44A5-8006-CE159044FA98}">
      <dsp:nvSpPr>
        <dsp:cNvPr id="0" name=""/>
        <dsp:cNvSpPr/>
      </dsp:nvSpPr>
      <dsp:spPr>
        <a:xfrm>
          <a:off x="3929062" y="535781"/>
          <a:ext cx="3571875" cy="21431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6500" kern="1200"/>
        </a:p>
      </dsp:txBody>
      <dsp:txXfrm>
        <a:off x="3929062" y="535781"/>
        <a:ext cx="3571875" cy="2143125"/>
      </dsp:txXfrm>
    </dsp:sp>
    <dsp:sp modelId="{47DB3D95-9B2A-4AB9-BF4F-192CD5A4E051}">
      <dsp:nvSpPr>
        <dsp:cNvPr id="0" name=""/>
        <dsp:cNvSpPr/>
      </dsp:nvSpPr>
      <dsp:spPr>
        <a:xfrm>
          <a:off x="7858125" y="535781"/>
          <a:ext cx="3571875" cy="21431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6500" kern="1200"/>
        </a:p>
      </dsp:txBody>
      <dsp:txXfrm>
        <a:off x="7858125" y="535781"/>
        <a:ext cx="3571875" cy="2143125"/>
      </dsp:txXfrm>
    </dsp:sp>
    <dsp:sp modelId="{1EE57DC8-928C-40E2-B3D2-A3B5CB4D2049}">
      <dsp:nvSpPr>
        <dsp:cNvPr id="0" name=""/>
        <dsp:cNvSpPr/>
      </dsp:nvSpPr>
      <dsp:spPr>
        <a:xfrm>
          <a:off x="1964531" y="3036093"/>
          <a:ext cx="3571875" cy="21431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6500" kern="1200"/>
        </a:p>
      </dsp:txBody>
      <dsp:txXfrm>
        <a:off x="1964531" y="3036093"/>
        <a:ext cx="3571875" cy="2143125"/>
      </dsp:txXfrm>
    </dsp:sp>
    <dsp:sp modelId="{2208596F-F1DB-4789-9F5B-1CCDD860DC30}">
      <dsp:nvSpPr>
        <dsp:cNvPr id="0" name=""/>
        <dsp:cNvSpPr/>
      </dsp:nvSpPr>
      <dsp:spPr>
        <a:xfrm>
          <a:off x="5893593" y="3036093"/>
          <a:ext cx="3571875" cy="21431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6500" kern="1200"/>
        </a:p>
      </dsp:txBody>
      <dsp:txXfrm>
        <a:off x="5893593" y="3036093"/>
        <a:ext cx="3571875" cy="21431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CA632C-6E5D-091F-2FF1-5FEC65148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EAF4D8C-0AFA-450F-BA70-2436CF81E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296B9C-91B0-C25E-3820-629B33E13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C192-CC52-4408-8153-02D8FBEF2A0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25EBAEE-2552-A5BB-FEB9-EE70C3B42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D2A40E6-8461-1557-0DB8-0C99ADD44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CE99-87F5-4874-A945-C4FE114E2C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6539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2DAB28-8B85-B176-3880-6BE59437C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7BD2FF5-E735-3D7E-0DB1-9B46EF15F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D667B8-A818-6CA1-8954-49F386F0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C192-CC52-4408-8153-02D8FBEF2A0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97863FE-66E7-9914-1461-D371B40BC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DB71675-B1BD-EF9E-97A8-F17CBB349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CE99-87F5-4874-A945-C4FE114E2C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4353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682C99-C8F7-EB3D-C61F-B6B47E699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72233A4-BFF6-563B-1867-DAD234C57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41114D-EDD3-F336-5A34-BB954130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C192-CC52-4408-8153-02D8FBEF2A0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0DA2A9C-7249-3EAA-A459-DDBB97E4C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3C9778A-0F54-A3FF-BDD2-8162488F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CE99-87F5-4874-A945-C4FE114E2C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275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D67243-8383-45E3-E284-55497237B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24D934F-4E06-A997-273E-48A416CFF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A7108A2-1749-5B5F-C047-A40D55C89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5597B22-E791-3CA3-5E75-18BCEAB09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C192-CC52-4408-8153-02D8FBEF2A0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0D17113-8B68-D098-DCA0-8DF5E136E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70D2605-CF87-8106-EB04-8E602609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CE99-87F5-4874-A945-C4FE114E2C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675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7EFF57-9811-DCE5-9025-61A52401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E76C1D1-A255-1925-91A7-46C9FD15A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1298FAA-5257-0A14-6D8F-0C1F8B172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DE3C912-12BD-1501-39FB-F641F32594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5574CA4-888F-EF8D-8512-7DC73896A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24803B0-161A-4E33-286E-F26C4BA2A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C192-CC52-4408-8153-02D8FBEF2A0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45E1F16-E1AF-326B-D793-139D15628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47393A5-063B-2CC8-F322-1B942271C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CE99-87F5-4874-A945-C4FE114E2C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2342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EE6755-A6CD-84B3-8F2D-B28900A67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2BDB46F-FBB1-3D3A-E650-91848AAD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C192-CC52-4408-8153-02D8FBEF2A0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0B39D2C-DC32-39C8-668B-53E521D79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7F0B62-88C5-113A-9F63-9882E3CA1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CE99-87F5-4874-A945-C4FE114E2C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7532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DB714C3-DD0B-E99C-63A4-37133BD8A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C192-CC52-4408-8153-02D8FBEF2A0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D175AA8-589E-E3DE-9999-776801EC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0DA26D8-A763-4182-99E9-69C58F423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CE99-87F5-4874-A945-C4FE114E2C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50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0F40A9-9B55-CDFD-71B6-E83F0D634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89D87B-74A2-9DF3-E6C4-577955764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641C5FC-FCC0-7DD8-12CC-A97188931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5FB45DB-31A6-169B-334D-8EADE7D4E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C192-CC52-4408-8153-02D8FBEF2A0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5BC2868-D933-1817-8F86-8C3BEB8F2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778DB0F-041B-951E-E714-3147C2641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CE99-87F5-4874-A945-C4FE114E2C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3806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4E722F-824F-F89B-258A-88B5C28D1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7551F5B-220A-1B40-10EA-7FA568EFAE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B2BBD5E-2B65-1C8A-6D02-95347260D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D11E572-EBFC-E5F5-9ECF-A99C486F0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C192-CC52-4408-8153-02D8FBEF2A0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61569BF-D6FE-5A24-7A84-882D3C1AD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35F325E-BBC1-0D25-39D6-2308FA47B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CE99-87F5-4874-A945-C4FE114E2C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6519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1E2ECC-50D8-9F6E-11D7-4E6A70D6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861177F-40B7-88F1-8C91-046486DD1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B36BEE4-381B-3F85-B45C-3A4542AAB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C192-CC52-4408-8153-02D8FBEF2A0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B4D34C1-8BF8-7DFA-1734-CBCE2D832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C362B1A-2BC6-4DAF-3A37-CCD7274F1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CE99-87F5-4874-A945-C4FE114E2C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0570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CADB69D-DD09-DCD0-82EA-7B75AF53F1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71131F4-2E7B-7169-7E50-CC12B2FDB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37F308C-F713-67B1-372E-5B9D1883D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C192-CC52-4408-8153-02D8FBEF2A0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C25EB24-23F7-33A8-635B-D5EA7E2A0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DFD158C-B63D-AC7D-EDAE-F81ABD5C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CE99-87F5-4874-A945-C4FE114E2C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5231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1AB86EC-EE8B-F317-4157-52344A22C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7B05A8-A545-2835-1468-E71DA329E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A186B54-DF08-3766-995C-17B747FBB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B0C192-CC52-4408-8153-02D8FBEF2A08}" type="datetimeFigureOut">
              <a:rPr lang="it-IT" smtClean="0"/>
              <a:t>22/09/2026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FE1FA2A-84D1-C13B-3F59-EDCFA0C738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0C743C2-E37E-EA18-442A-2B29484C4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26CE99-87F5-4874-A945-C4FE114E2C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1394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38513DFF-565B-F9C9-660B-767D0D542C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1353298"/>
              </p:ext>
            </p:extLst>
          </p:nvPr>
        </p:nvGraphicFramePr>
        <p:xfrm>
          <a:off x="762000" y="762000"/>
          <a:ext cx="11430000" cy="571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83370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Romeo Bandoria</dc:creator>
  <cp:lastModifiedBy>Romeo Bandoria</cp:lastModifiedBy>
  <cp:revision>1</cp:revision>
  <dcterms:created xsi:type="dcterms:W3CDTF">2026-09-22T13:14:42Z</dcterms:created>
  <dcterms:modified xsi:type="dcterms:W3CDTF">2026-09-22T13:14:42Z</dcterms:modified>
</cp:coreProperties>
</file>