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EAB6CD-2204-1D57-72C1-8D2B845A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4175AAC-7672-C9C2-27CC-2E488F495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12127E-49CB-00F8-D801-CD3BA3F9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49E969-0CA2-9706-D53D-526737D1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2BDAE6-276A-A671-DB5B-70D2373E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778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AF9D5-6DB9-666E-CF15-79E3499D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3D2A8B-72E5-63B8-C90A-BF4103141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C31CBD-A7A1-7BC2-959E-1075C958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108D5D-23F7-CEB0-C825-EE2E9007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3A0581-2CD8-AA38-A832-3701FC30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96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064EFA-F4B7-6B92-63BA-FFE9EC9B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5F0700A-5E40-C50A-22D7-BD1D4BA7D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DFD501-BCA5-781B-1DD2-35FE1F66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96B6FA-6B57-36A7-607A-066B0851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04D96D-0669-FDF2-0D4C-E775B90A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0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4D532D-BF69-538E-9B0F-C05E9FB9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DB3183-ACAF-ECEB-B8E5-6F8CB1161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285F6A-F80C-67A1-3964-710E88038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F534466-8D60-2831-C2D7-619668A5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FD11A3-5DF6-79A4-8800-CBF916D8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B5A41F-0F9F-9358-09D9-4B15F6D7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492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F694BC-25CE-17E7-8632-6C43771D6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6A7F04-B2EF-475F-A2E0-C037978A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6057CF-203F-81C4-5D3E-C1EB12DFB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564078A-27EF-F94A-661D-E106C8886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6FA8A91-7020-A233-CB82-6CB03108D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06B0CC9-3104-BAA6-A784-1AFDE876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23227B6-45E1-8BF4-A9E0-69C15FB5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3409C21-CC5D-6382-BE5D-C75FF7C7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072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1BB5F-3974-EF49-9519-BD7EFEED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65D2291-8A3C-B79B-D3FC-47CBBC85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08CA6A0-B0B7-B54A-AB75-0556AB97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7D652A-89EF-43EB-8B46-0C424AF5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02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E553A98-202D-D6CE-CC14-6D5718F8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F28C1D3-E5B8-0697-FA10-E1F1EA9A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22B311-C5B4-C5AA-B017-F37C107B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47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602160-7CBB-760E-2E50-5211A1B9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933404-FB46-2FEE-6E74-AC715E84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97D8BB-81CF-3C6A-3C2A-19C6A5755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785D2B-43FE-1158-89C1-3000D21C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FB3B58-E1F7-B30A-1BCE-2AF9F533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22C6C4-4078-1216-B7CC-209EF575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04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142FFC-F93C-B484-BD73-C3C82EA8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14E7842-4C80-9643-181E-3DF4960E4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E9D9BA-1860-B0EF-DF5E-ED005D37C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0B19D0-8AEC-C589-FFB2-EB9C63FA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EC4D8A4-B927-B0F6-993D-80890D53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6BF5F4-812F-7FA0-4D74-B073DDB4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72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82098D-7CE5-0CEE-D4D5-A358001F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187577-EB9B-7230-2310-764E929DC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7FB85F-694E-3174-0FFC-D4D1FA34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23C1C7-7569-32F7-A6E0-CA469FD0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106D98-AA5A-6393-EC23-F8B0E504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98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76BBB4D-C07B-CD8E-D33B-834214168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DF49821-6FA2-A202-0131-E8A09EFBF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0A516D-6F05-8C5F-F74C-79B0E598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A47A89-15E2-6545-C147-3A23891E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3E3190-5974-C024-BE79-CF4F09D3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148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F90D3F-7FC4-5C33-3A79-C942D9E3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4E0443-2B0D-6BD9-E308-E19FAA73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3B8238-692E-1BB0-BE2B-517352BF8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F4907-9AC2-4353-9B3A-EE615E69662B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E69F14-3484-5F5A-BECD-BCEBF8C02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368E05-CE01-B730-73DD-34C9CC3BF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2CC8C-3052-47F7-971E-F12D427514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330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1C981C-5962-4572-E34A-1BDACD025CCF}"/>
              </a:ext>
            </a:extLst>
          </p:cNvPr>
          <p:cNvSpPr txBox="1"/>
          <p:nvPr/>
        </p:nvSpPr>
        <p:spPr>
          <a:xfrm>
            <a:off x="762000" y="762000"/>
            <a:ext cx="8890000" cy="523220"/>
          </a:xfrm>
          <a:prstGeom prst="rect">
            <a:avLst/>
          </a:prstGeom>
          <a:solidFill>
            <a:srgbClr val="2C3E50"/>
          </a:solidFill>
        </p:spPr>
        <p:txBody>
          <a:bodyPr vert="horz" rtlCol="0">
            <a:spAutoFit/>
          </a:bodyPr>
          <a:lstStyle/>
          <a:p>
            <a:r>
              <a:rPr lang="en-US" sz="2800"/>
              <a:t>this box fades in on click</a:t>
            </a:r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343109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B526102-2D74-8300-12A0-BBF43419F8B8}"/>
              </a:ext>
            </a:extLst>
          </p:cNvPr>
          <p:cNvSpPr txBox="1"/>
          <p:nvPr/>
        </p:nvSpPr>
        <p:spPr>
          <a:xfrm>
            <a:off x="762000" y="762000"/>
            <a:ext cx="8890000" cy="523220"/>
          </a:xfrm>
          <a:prstGeom prst="rect">
            <a:avLst/>
          </a:prstGeom>
          <a:solidFill>
            <a:srgbClr val="16A085"/>
          </a:solidFill>
        </p:spPr>
        <p:txBody>
          <a:bodyPr vert="horz" rtlCol="0">
            <a:spAutoFit/>
          </a:bodyPr>
          <a:lstStyle/>
          <a:p>
            <a:r>
              <a:rPr lang="it-IT" sz="2800"/>
              <a:t>plain box (control)</a:t>
            </a:r>
          </a:p>
        </p:txBody>
      </p:sp>
    </p:spTree>
    <p:extLst>
      <p:ext uri="{BB962C8B-B14F-4D97-AF65-F5344CB8AC3E}">
        <p14:creationId xmlns:p14="http://schemas.microsoft.com/office/powerpoint/2010/main" val="16809441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Bandoria</dc:creator>
  <cp:lastModifiedBy>Romeo Bandoria</cp:lastModifiedBy>
  <cp:revision>1</cp:revision>
  <dcterms:created xsi:type="dcterms:W3CDTF">2026-09-22T13:14:46Z</dcterms:created>
  <dcterms:modified xsi:type="dcterms:W3CDTF">2026-09-22T13:14:46Z</dcterms:modified>
</cp:coreProperties>
</file>