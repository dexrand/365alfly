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1080000" y="1080000"/>
            <a:ext cx="8640000" cy="2160000"/>
          </a:xfrm>
          <a:prstGeom prst="rect">
            <a:avLst/>
          </a:prstGeom>
          <a:solidFill>
            <a:srgbClr val="2C3E50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2600" dirty="0"/>
              <a:t>this box fades in on click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par>
                                      <p:cTn id="6" presetID="2" presetClass="entr" presetSubtype="0" fill="hold">
                                        <p:stCondLst>
                                          <p:cond delay="0"/>
                                        </p:stCondLst>
                                        <p:childTnLst>
                                          <p:par>
                                            <p:cTn id="7" presetID="2" presetClass="entr" presetSubtype="0" fill="hold" nodeType="withEffect">
                                              <p:stCondLst>
                                                <p:cond delay="0"/>
                                              </p:stCondLst>
                                              <p:childTnLst>
                                                <p:par>
                                                  <p:cTn id="8" presetID="2" presetClass="entr" presetSubtype="0" fill="hold" nodeType="withEffect">
                                                    <p:stCondLst>
                                                      <p:cond delay="0"/>
                                                    </p:stCondLst>
                                                    <p:childTnLst>
                                                      <p:animEffect transition="in" filter="fade">
                                                        <p:cBhvr>
                                                          <p:cTn id="9" dur="500" fill="hold">
                                                            <p:stCondLst>
                                                              <p:cond delay="0"/>
                                                            </p:stCondLst>
                                                          </p:cTn>
                                                          <p:tgtEl>
                                                            <p:spTgt spid="2"/>
                                                          </p:tgtEl>
                                                          <p:attrNameLst>
                                                            <p:attrName>style.visibility</p:attrName>
                                                          </p:attrNameLst>
                                                        </p:cBhvr>
                                                      </p:animEffect>
                                                    </p:childTnLst>
                                                  </p:cTn>
                                                </p:par>
                                              </p:childTnLst>
                                            </p:cTn>
                                          </p:par>
                                        </p:childTnLst>
                                      </p:cTn>
                                    </p:pa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  <p:prevCondLst>
                  <p:cond evt="onPrev" delay="0">
                    <p:tgtEl>
                      <p:sldTgt/>
                    </p:tgtEl>
                  </p:cond>
                </p:prevCondLst>
                <p:nextCondLst>
                  <p:cond evt="onNext" delay="0">
                    <p:tgtEl>
                      <p:sldTgt/>
                    </p:tgtEl>
                  </p:cond>
                </p:nextCond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1080000" y="1080000"/>
            <a:ext cx="8640000" cy="2160000"/>
          </a:xfrm>
          <a:prstGeom prst="rect">
            <a:avLst/>
          </a:prstGeom>
          <a:solidFill>
            <a:srgbClr val="16A085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2600" dirty="0"/>
              <a:t>plain box (control)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