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00"/>
  </p:sldMasterIdLst>
  <p:sldIdLst>
    <p:sldId id="256" r:id="rId1"/>
    <p:sldId id="257" r:id="rId2"/>
  </p:sldIdLst>
  <p:sldSz cx="12192119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0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 kern="1200"/>
      </a:lvl1pPr>
      <a:lvl2pPr/>
      <a:lvl3pPr/>
      <a:lvl4pPr/>
      <a:lvl5pPr/>
      <a:lvl6pPr/>
      <a:lvl7pPr/>
      <a:lvl8pPr/>
      <a:lvl9pPr/>
    </p:titleStyle>
    <p:bodyStyle>
      <a:lvl1pPr/>
      <a:lvl2pPr/>
      <a:lvl3pPr/>
      <a:lvl4pPr/>
      <a:lvl5pPr/>
      <a:lvl6pPr/>
      <a:lvl7pPr/>
      <a:lvl8pPr/>
      <a:lvl9pPr/>
    </p:bodyStyle>
    <p:otherStyle>
      <a:lvl1pPr/>
      <a:lvl2pPr/>
      <a:lvl3pPr/>
      <a:lvl4pPr/>
      <a:lvl5pPr/>
      <a:lvl6pPr/>
      <a:lvl7pPr/>
      <a:lvl8pPr/>
      <a:lvl9pPr/>
    </p:otherStyle>
  </p:txStyles>
</p:sldMaster>
</file>

<file path=ppt/slides/_rels/slide1.xml.rels><?xml version="1.0" encoding="UTF-8" standalone="yes"?><Relationships xmlns="http://schemas.openxmlformats.org/package/2006/relationships"></Relationships>
</file>

<file path=ppt/slides/_rels/slide2.xml.rels><?xml version="1.0" encoding="UTF-8" standalone="yes"?><Relationships xmlns="http://schemas.openxmlformats.org/package/2006/relationships"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359999" y="359999"/>
            <a:ext cx="7200000" cy="4320000"/>
          </a:xfrm>
          <a:prstGeom prst="rect">
            <a:avLst/>
          </a:prstGeom>
          <a:solidFill>
            <a:srgbClr val="C0504D">
              <a:alpha val="100000"/>
            </a:srgbClr>
          </a:solidFill>
          <a:effectLst/>
        </p:spPr>
        <p:txBody>
          <a:bodyPr anchor="ctr"/>
          <a:lstStyle/>
          <a:p>
            <a:endParaRPr lang="en-US"/>
          </a:p>
        </p:txBody>
      </p:sp>
      <p:sp>
        <p:nvSpPr>
          <p:cNvPr id="3" name="Shape3"/>
          <p:cNvSpPr/>
          <p:nvPr/>
        </p:nvSpPr>
        <p:spPr>
          <a:xfrm>
            <a:off x="1439999" y="1080000"/>
            <a:ext cx="7200000" cy="4320000"/>
          </a:xfrm>
          <a:prstGeom prst="rect">
            <a:avLst/>
          </a:prstGeom>
          <a:solidFill>
            <a:srgbClr val="4BACC6">
              <a:alpha val="50000"/>
            </a:srgbClr>
          </a:solidFill>
          <a:effectLst/>
        </p:spPr>
        <p:txBody>
          <a:bodyPr anchor="ctr"/>
          <a:lstStyle/>
          <a:p>
            <a:endParaRPr lang="en-US"/>
          </a:p>
        </p:txBody>
      </p:sp>
      <p:sp>
        <p:nvSpPr>
          <p:cNvPr id="4" name="Shape4"/>
          <p:cNvSpPr/>
          <p:nvPr/>
        </p:nvSpPr>
        <p:spPr>
          <a:xfrm>
            <a:off x="2520000" y="1800000"/>
            <a:ext cx="7200000" cy="4320000"/>
          </a:xfrm>
          <a:prstGeom prst="rect">
            <a:avLst/>
          </a:prstGeom>
          <a:solidFill>
            <a:srgbClr val="9BBB59">
              <a:alpha val="25000"/>
            </a:srgbClr>
          </a:solidFill>
          <a:effectLst/>
        </p:spPr>
        <p:txBody>
          <a:bodyPr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359999" y="359999"/>
            <a:ext cx="7200000" cy="1080000"/>
          </a:xfrm>
          <a:prstGeom prst="rect">
            <a:avLst/>
          </a:prstGeom>
          <a:solidFill>
            <a:srgbClr val="000000">
              <a:alpha val="30000"/>
            </a:srgbClr>
          </a:solidFill>
          <a:effectLst/>
        </p:spPr>
        <p:txBody>
          <a:bodyPr anchor="ctr"/>
          <a:lstStyle/>
          <a:p>
            <a:endParaRPr lang="en-US"/>
          </a:p>
        </p:txBody>
      </p:sp>
      <p:sp>
        <p:nvSpPr>
          <p:cNvPr id="3" name="Shape3"/>
          <p:cNvSpPr/>
          <p:nvPr/>
        </p:nvSpPr>
        <p:spPr>
          <a:xfrm>
            <a:off x="359999" y="2160000"/>
            <a:ext cx="7200000" cy="1080000"/>
          </a:xfrm>
          <a:prstGeom prst="rect">
            <a:avLst/>
          </a:prstGeom>
          <a:solidFill>
            <a:srgbClr val="000000">
              <a:alpha val="60000"/>
            </a:srgbClr>
          </a:solidFill>
          <a:effectLst/>
        </p:spPr>
        <p:txBody>
          <a:bodyPr anchor="ctr"/>
          <a:lstStyle/>
          <a:p>
            <a:endParaRPr lang="en-US"/>
          </a:p>
        </p:txBody>
      </p:sp>
      <p:sp>
        <p:nvSpPr>
          <p:cNvPr id="4" name="Shape4"/>
          <p:cNvSpPr/>
          <p:nvPr/>
        </p:nvSpPr>
        <p:spPr>
          <a:xfrm>
            <a:off x="359999" y="3960000"/>
            <a:ext cx="7200000" cy="1080000"/>
          </a:xfrm>
          <a:prstGeom prst="rect">
            <a:avLst/>
          </a:prstGeom>
          <a:solidFill>
            <a:srgbClr val="000000">
              <a:alpha val="90000"/>
            </a:srgbClr>
          </a:solidFill>
          <a:effectLst/>
        </p:spPr>
        <p:txBody>
          <a:bodyPr anchor="ctr"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x-open-th">
  <a:themeElements>
    <a:clrScheme name="pptx-open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ptx-open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ptx-ope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