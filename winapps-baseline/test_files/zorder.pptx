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</p:sldIdLst>
  <p:sldSz cx="12192119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0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/>
      </a:lvl1pPr>
      <a:lvl2pPr/>
      <a:lvl3pPr/>
      <a:lvl4pPr/>
      <a:lvl5pPr/>
      <a:lvl6pPr/>
      <a:lvl7pPr/>
      <a:lvl8pPr/>
      <a:lvl9pPr/>
    </p:titleStyle>
    <p:bodyStyle>
      <a:lvl1pPr/>
      <a:lvl2pPr/>
      <a:lvl3pPr/>
      <a:lvl4pPr/>
      <a:lvl5pPr/>
      <a:lvl6pPr/>
      <a:lvl7pPr/>
      <a:lvl8pPr/>
      <a:lvl9pPr/>
    </p:bodyStyle>
    <p:otherStyle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719999" y="719999"/>
            <a:ext cx="5040000" cy="3600000"/>
          </a:xfrm>
          <a:prstGeom prst="rect">
            <a:avLst/>
          </a:prstGeom>
          <a:solidFill>
            <a:srgbClr val="C0504D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bg red (first)</a:t>
            </a:r>
          </a:p>
        </p:txBody>
      </p:sp>
      <p:sp>
        <p:nvSpPr>
          <p:cNvPr id="3" name="Shape3"/>
          <p:cNvSpPr/>
          <p:nvPr/>
        </p:nvSpPr>
        <p:spPr>
          <a:xfrm>
            <a:off x="2160000" y="1439999"/>
            <a:ext cx="5040000" cy="3600000"/>
          </a:xfrm>
          <a:prstGeom prst="rect">
            <a:avLst/>
          </a:prstGeom>
          <a:solidFill>
            <a:srgbClr val="4BACC6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mid cyan</a:t>
            </a:r>
          </a:p>
        </p:txBody>
      </p:sp>
      <p:sp>
        <p:nvSpPr>
          <p:cNvPr id="4" name="Shape4"/>
          <p:cNvSpPr/>
          <p:nvPr/>
        </p:nvSpPr>
        <p:spPr>
          <a:xfrm>
            <a:off x="3600000" y="2160000"/>
            <a:ext cx="5040000" cy="3600000"/>
          </a:xfrm>
          <a:prstGeom prst="rect">
            <a:avLst/>
          </a:prstGeom>
          <a:solidFill>
            <a:srgbClr val="9BBB59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front green (last)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719999" y="719999"/>
            <a:ext cx="5040000" cy="3600000"/>
          </a:xfrm>
          <a:prstGeom prst="rect">
            <a:avLst/>
          </a:prstGeom>
          <a:solidFill>
            <a:srgbClr val="9BBB59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now green drawn first</a:t>
            </a:r>
          </a:p>
        </p:txBody>
      </p:sp>
      <p:sp>
        <p:nvSpPr>
          <p:cNvPr id="3" name="Shape3"/>
          <p:cNvSpPr/>
          <p:nvPr/>
        </p:nvSpPr>
        <p:spPr>
          <a:xfrm>
            <a:off x="2160000" y="1439999"/>
            <a:ext cx="5040000" cy="3600000"/>
          </a:xfrm>
          <a:prstGeom prst="rect">
            <a:avLst/>
          </a:prstGeom>
          <a:solidFill>
            <a:srgbClr val="4BACC6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mid cyan</a:t>
            </a:r>
          </a:p>
        </p:txBody>
      </p:sp>
      <p:sp>
        <p:nvSpPr>
          <p:cNvPr id="4" name="Shape4"/>
          <p:cNvSpPr/>
          <p:nvPr/>
        </p:nvSpPr>
        <p:spPr>
          <a:xfrm>
            <a:off x="3600000" y="2160000"/>
            <a:ext cx="5040000" cy="3600000"/>
          </a:xfrm>
          <a:prstGeom prst="rect">
            <a:avLst/>
          </a:prstGeom>
          <a:solidFill>
            <a:srgbClr val="C0504D">
              <a:alpha val="100000"/>
            </a:srgbClr>
          </a:solidFill>
          <a:effectLst/>
        </p:spPr>
        <p:txBody>
          <a:bodyPr vertOverflow="clip" anchor="ctr"/>
          <a:lstStyle/>
          <a:p>
            <a:r>
              <a:rPr lang="en-US" sz="1800" dirty="0"/>
              <a:t>now red on 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-open-th">
  <a:themeElements>
    <a:clrScheme name="pptx-ope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x-open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-op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