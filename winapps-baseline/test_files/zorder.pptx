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  <p:sldId id="257" r:id="rId2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719999" y="719999"/>
            <a:ext cx="5040000" cy="3600000"/>
          </a:xfrm>
          <a:prstGeom prst="rect">
            <a:avLst/>
          </a:prstGeom>
          <a:solidFill>
            <a:srgbClr val="C0504D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bg red (first)</a:t>
            </a:r>
          </a:p>
        </p:txBody>
      </p:sp>
      <p:sp>
        <p:nvSpPr>
          <p:cNvPr id="3" name="Shape3"/>
          <p:cNvSpPr/>
          <p:nvPr/>
        </p:nvSpPr>
        <p:spPr>
          <a:xfrm>
            <a:off x="2160000" y="1439999"/>
            <a:ext cx="5040000" cy="3600000"/>
          </a:xfrm>
          <a:prstGeom prst="rect">
            <a:avLst/>
          </a:prstGeom>
          <a:solidFill>
            <a:srgbClr val="4BACC6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mid cyan</a:t>
            </a:r>
          </a:p>
        </p:txBody>
      </p:sp>
      <p:sp>
        <p:nvSpPr>
          <p:cNvPr id="4" name="Shape4"/>
          <p:cNvSpPr/>
          <p:nvPr/>
        </p:nvSpPr>
        <p:spPr>
          <a:xfrm>
            <a:off x="3600000" y="2160000"/>
            <a:ext cx="5040000" cy="3600000"/>
          </a:xfrm>
          <a:prstGeom prst="rect">
            <a:avLst/>
          </a:prstGeom>
          <a:solidFill>
            <a:srgbClr val="9BBB59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front green (last)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719999" y="719999"/>
            <a:ext cx="5040000" cy="3600000"/>
          </a:xfrm>
          <a:prstGeom prst="rect">
            <a:avLst/>
          </a:prstGeom>
          <a:solidFill>
            <a:srgbClr val="9BBB59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now green drawn first</a:t>
            </a:r>
          </a:p>
        </p:txBody>
      </p:sp>
      <p:sp>
        <p:nvSpPr>
          <p:cNvPr id="3" name="Shape3"/>
          <p:cNvSpPr/>
          <p:nvPr/>
        </p:nvSpPr>
        <p:spPr>
          <a:xfrm>
            <a:off x="2160000" y="1439999"/>
            <a:ext cx="5040000" cy="3600000"/>
          </a:xfrm>
          <a:prstGeom prst="rect">
            <a:avLst/>
          </a:prstGeom>
          <a:solidFill>
            <a:srgbClr val="4BACC6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mid cyan</a:t>
            </a:r>
          </a:p>
        </p:txBody>
      </p:sp>
      <p:sp>
        <p:nvSpPr>
          <p:cNvPr id="4" name="Shape4"/>
          <p:cNvSpPr/>
          <p:nvPr/>
        </p:nvSpPr>
        <p:spPr>
          <a:xfrm>
            <a:off x="3600000" y="2160000"/>
            <a:ext cx="5040000" cy="3600000"/>
          </a:xfrm>
          <a:prstGeom prst="rect">
            <a:avLst/>
          </a:prstGeom>
          <a:solidFill>
            <a:srgbClr val="C0504D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now red on top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