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16E34C-7F91-DA3B-C830-F78599736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AED9724-DD9C-2018-6A0C-83D5D1DB0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2DB5FD-2676-AD59-DE46-56ADBEAE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6D3974-D05E-78D9-659F-C01D73E78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5D40C0-8CE6-345F-791B-62B8FB9E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879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CD1DE6-BC60-3AF4-BDBC-74C027F17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F107E6-C4A6-643E-31F3-BB70526B5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DF0552-D09E-4B75-688B-ACF239FB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9CC50C-5E8D-8552-3E43-CBDAC766D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D80321-2355-D8A8-996D-CDDDEC63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868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1A2BE-656D-2F1F-87D5-E6FDE0742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1BFAB08-1397-B9F1-58C2-B72B82B06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E2A88B-496F-BB9B-8C9E-37D16A2C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304624-67BC-D129-3741-01157CE4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4D4EAB-3827-EBCF-EF48-9B1D58A3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377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DA8C47-E504-4112-A2AE-CDEDBAB2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9FF5F6-DAA3-A744-DBA6-40DDA8F17A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03852A9-491C-9392-3157-7CBCD4ADB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2B12519-50A4-D8C9-91C1-46C784BA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42753E-A2C4-1CEB-5D82-8E08A76C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D7E42DE-0981-7455-F2CD-AA41F73E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720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ED6175-292B-A310-D668-8343F8D6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ED6F424-8AD2-ED1B-93F7-8A9015A83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18809D6-7C68-37E3-E3AE-55FF0671D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46CC4D7-B825-7F08-4E38-EFF9F6F28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973BC08-DBE2-31CE-1ADD-60300E6C6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EA40E09-A83D-E7A6-FA40-1B72E1806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013DF1C-D9AA-63A1-F866-AE0E1CF0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FE4C7AF-7490-31F7-21C4-29481821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06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ECC590-415C-DF10-FF90-9655941B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DD7ACC7-7EF3-9C45-FF56-5C142631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AC77D1-6691-3C96-0B02-8FB6F52D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995B9F4-F179-72CD-2817-1E35D238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445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21FCFE9-417E-0C2C-AAD4-B12948A8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3678533-E237-8232-C787-089D5F69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052D04-4BF0-F493-B3F6-5B6E0511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912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511E32-6873-607C-91E6-2DBE25A31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B546CF-5E55-7A2C-33C0-96E5D8208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B2AEC62-A8C2-F81D-C0A2-F114C0798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5999D0-536A-46FF-394C-66412C6C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9DA31A8-A747-1B17-CB6A-1296F8430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5EE7BC9-05B5-ED63-886F-9FE6C2A7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708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4D3E37-C43F-BDF3-DCA6-1B8A3485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B7CD609-0DEC-2E39-D69E-1B2886BFB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E60E489-E145-4017-C110-E1622AE4B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9A71B5B-8E7A-EDF4-737F-818E17002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2F0570E-8685-5673-9BE7-0C610CDB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A128361-CAAC-CAC0-DC21-7AD7E169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312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6CC464-7395-21C0-3A13-83DBA591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3B155A3-9583-D32C-148B-D653DC8F1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4A9FC3-C1C0-B4D2-B541-5D51DDE2C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3F839E-0648-D819-29ED-15D5F3E8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2DED39-76E4-C11C-61A5-24FB4FAF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4270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5408DFC-DF04-620E-7351-C09C016D4D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A3C51E3-27D5-CF81-D620-8253C37DD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8837C96-6B95-9CFC-B04E-C5AEB4C6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D3A77E-F840-875F-65DC-2AB99875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5DD41A-7E82-2382-9827-9B02B459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481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DD2AB22-EA80-AAA6-CC8F-181A8A73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6C00960-1D10-4557-CD3D-29B08B3E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08A5315-5EED-E73D-5881-A9ADBDBD5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DA199-F4F3-4739-B62A-A542752BBD74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DA14F1-6D20-AAB7-6A05-6BC78D3C0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975031-0F41-7AD1-3EED-05BF5C5AF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AF5CC-B4FC-4389-BC91-1B6AA1F799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046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stTone">
            <a:hlinkClick r:id="" action="ppaction://media"/>
            <a:extLst>
              <a:ext uri="{FF2B5EF4-FFF2-40B4-BE49-F238E27FC236}">
                <a16:creationId xmlns:a16="http://schemas.microsoft.com/office/drawing/2014/main" id="{47BCF417-2E01-1B63-D37E-F28E9D54B3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1999" y="761999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5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Romeo Bandoria</dc:creator>
  <cp:lastModifiedBy>Romeo Bandoria</cp:lastModifiedBy>
  <cp:revision>1</cp:revision>
  <dcterms:created xsi:type="dcterms:W3CDTF">2026-09-22T13:14:45Z</dcterms:created>
  <dcterms:modified xsi:type="dcterms:W3CDTF">2026-09-22T13:14:45Z</dcterms:modified>
</cp:coreProperties>
</file>