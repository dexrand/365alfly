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1800000" y="1800000"/>
            <a:ext cx="7200000" cy="2160000"/>
          </a:xfrm>
          <a:prstGeom prst="rect">
            <a:avLst/>
          </a:prstGeom>
          <a:solidFill>
            <a:srgbClr val="9B59B6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2400" dirty="0"/>
              <a:t>slide 1 - fade next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1800000" y="1800000"/>
            <a:ext cx="7200000" cy="2160000"/>
          </a:xfrm>
          <a:prstGeom prst="rect">
            <a:avLst/>
          </a:prstGeom>
          <a:solidFill>
            <a:srgbClr val="E67E2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2400" dirty="0"/>
              <a:t>slide 2 - push left next</a:t>
            </a:r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