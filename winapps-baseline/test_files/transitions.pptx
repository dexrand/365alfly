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00"/>
  </p:sldMasterIdLst>
  <p:sldIdLst>
    <p:sldId id="256" r:id="rId1"/>
    <p:sldId id="257" r:id="rId2"/>
  </p:sldIdLst>
  <p:sldSz cx="12192119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/>
</file>

<file path=ppt/_rels/presentation.xml.rels><?xml version="1.0" encoding="UTF-8" standalone="yes"?><Relationships xmlns="http://schemas.openxmlformats.org/package/2006/relationships"><Relationship Id="rId100" Type="http://schemas.openxmlformats.org/officeDocument/2006/relationships/slideMaster" Target="slideMasters/slideMaster1.xml"/><Relationship Id="rId1" Type="http://schemas.openxmlformats.org/officeDocument/2006/relationships/slide" Target="slides/slide1.xml"/><Relationship Id="rId2" Type="http://schemas.openxmlformats.org/officeDocument/2006/relationships/slide" Target="slides/slide2.xml"/>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4400" kern="1200"/>
      </a:lvl1pPr>
      <a:lvl2pPr/>
      <a:lvl3pPr/>
      <a:lvl4pPr/>
      <a:lvl5pPr/>
      <a:lvl6pPr/>
      <a:lvl7pPr/>
      <a:lvl8pPr/>
      <a:lvl9pPr/>
    </p:titleStyle>
    <p:bodyStyle>
      <a:lvl1pPr/>
      <a:lvl2pPr/>
      <a:lvl3pPr/>
      <a:lvl4pPr/>
      <a:lvl5pPr/>
      <a:lvl6pPr/>
      <a:lvl7pPr/>
      <a:lvl8pPr/>
      <a:lvl9pPr/>
    </p:bodyStyle>
    <p:otherStyle>
      <a:lvl1pPr/>
      <a:lvl2pPr/>
      <a:lvl3pPr/>
      <a:lvl4pPr/>
      <a:lvl5pPr/>
      <a:lvl6pPr/>
      <a:lvl7pPr/>
      <a:lvl8pPr/>
      <a:lvl9pPr/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2"/>
          <p:cNvSpPr/>
          <p:nvPr/>
        </p:nvSpPr>
        <p:spPr>
          <a:xfrm>
            <a:off x="1800000" y="1800000"/>
            <a:ext cx="7200000" cy="2160000"/>
          </a:xfrm>
          <a:prstGeom prst="rect">
            <a:avLst/>
          </a:prstGeom>
          <a:solidFill>
            <a:srgbClr val="9B59B6">
              <a:alpha val="100000"/>
            </a:srgbClr>
          </a:solidFill>
          <a:effectLst/>
        </p:spPr>
        <p:txBody>
          <a:bodyPr vertOverflow="clip" anchor="ctr"/>
          <a:lstStyle/>
          <a:p>
            <a:r>
              <a:rPr lang="en-US" sz="2400" dirty="0"/>
              <a:t>slide 1 - fade next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2"/>
          <p:cNvSpPr/>
          <p:nvPr/>
        </p:nvSpPr>
        <p:spPr>
          <a:xfrm>
            <a:off x="1800000" y="1800000"/>
            <a:ext cx="7200000" cy="2160000"/>
          </a:xfrm>
          <a:prstGeom prst="rect">
            <a:avLst/>
          </a:prstGeom>
          <a:solidFill>
            <a:srgbClr val="E67E22">
              <a:alpha val="100000"/>
            </a:srgbClr>
          </a:solidFill>
          <a:effectLst/>
        </p:spPr>
        <p:txBody>
          <a:bodyPr vertOverflow="clip" anchor="ctr"/>
          <a:lstStyle/>
          <a:p>
            <a:r>
              <a:rPr lang="en-US" sz="2400" dirty="0"/>
              <a:t>slide 2 - push left next</a:t>
            </a:r>
          </a:p>
        </p:txBody>
      </p:sp>
    </p:spTree>
  </p:cSld>
  <p:clrMapOvr>
    <a:masterClrMapping/>
  </p:clrMapOvr>
  <p:transition spd="med">
    <p:push dir="l"/>
  </p:transition>
</p:sld>
</file>

<file path=ppt/theme/theme1.xml><?xml version="1.0" encoding="utf-8"?>
<a:theme xmlns:a="http://schemas.openxmlformats.org/drawingml/2006/main" name="pptx-open-th">
  <a:themeElements>
    <a:clrScheme name="pptx-open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ptx-open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pptx-ope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