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0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</p:sldIdLst>
  <p:sldSz cx="12192119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00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 kern="1200"/>
      </a:lvl1pPr>
      <a:lvl2pPr/>
      <a:lvl3pPr/>
      <a:lvl4pPr/>
      <a:lvl5pPr/>
      <a:lvl6pPr/>
      <a:lvl7pPr/>
      <a:lvl8pPr/>
      <a:lvl9pPr/>
    </p:titleStyle>
    <p:bodyStyle>
      <a:lvl1pPr/>
      <a:lvl2pPr/>
      <a:lvl3pPr/>
      <a:lvl4pPr/>
      <a:lvl5pPr/>
      <a:lvl6pPr/>
      <a:lvl7pPr/>
      <a:lvl8pPr/>
      <a:lvl9pPr/>
    </p:bodyStyle>
    <p:otherStyle>
      <a:lvl1pPr/>
      <a:lvl2pPr/>
      <a:lvl3pPr/>
      <a:lvl4pPr/>
      <a:lvl5pPr/>
      <a:lvl6pPr/>
      <a:lvl7pPr/>
      <a:lvl8pPr/>
      <a:lvl9pPr/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359999" y="359999"/>
            <a:ext cx="10800000" cy="648000"/>
          </a:xfrm>
          <a:prstGeom prst="rect">
            <a:avLst/>
          </a:prstGeom>
          <a:effectLst/>
        </p:spPr>
        <p:txBody>
          <a:bodyPr vertOverflow="clip" anchor="ctr"/>
          <a:lstStyle/>
          <a:p>
            <a:r>
              <a:rPr lang="en-US" sz="2200" dirty="0">
                <a:latin typeface="Arial"/>
                <a:ea typeface="Arial"/>
              </a:rPr>
              <a:t>Arial standard font</a:t>
            </a:r>
          </a:p>
        </p:txBody>
      </p:sp>
      <p:sp>
        <p:nvSpPr>
          <p:cNvPr id="3" name="Shape3"/>
          <p:cNvSpPr/>
          <p:nvPr/>
        </p:nvSpPr>
        <p:spPr>
          <a:xfrm>
            <a:off x="359999" y="1044000"/>
            <a:ext cx="10800000" cy="648000"/>
          </a:xfrm>
          <a:prstGeom prst="rect">
            <a:avLst/>
          </a:prstGeom>
          <a:solidFill>
            <a:srgbClr val="F2F2F2">
              <a:alpha val="100000"/>
            </a:srgbClr>
          </a:solidFill>
          <a:effectLst/>
        </p:spPr>
        <p:txBody>
          <a:bodyPr vertOverflow="clip" anchor="ctr"/>
          <a:lstStyle/>
          <a:p>
            <a:r>
              <a:rPr lang="en-US" sz="1600" dirty="0">
                <a:latin typeface="Arial"/>
                <a:ea typeface="Arial"/>
              </a:rPr>
              <a:t>(specified: Arial)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359999" y="1296000"/>
            <a:ext cx="10800000" cy="648000"/>
          </a:xfrm>
          <a:prstGeom prst="rect">
            <a:avLst/>
          </a:prstGeom>
          <a:effectLst/>
        </p:spPr>
        <p:txBody>
          <a:bodyPr vertOverflow="clip" anchor="ctr"/>
          <a:lstStyle/>
          <a:p>
            <a:r>
              <a:rPr lang="en-US" sz="2200" dirty="0">
                <a:latin typeface="Georgia"/>
                <a:ea typeface="Georgia"/>
              </a:rPr>
              <a:t>Georgia - not installed by default on Windows</a:t>
            </a:r>
          </a:p>
        </p:txBody>
      </p:sp>
      <p:sp>
        <p:nvSpPr>
          <p:cNvPr id="3" name="Shape3"/>
          <p:cNvSpPr/>
          <p:nvPr/>
        </p:nvSpPr>
        <p:spPr>
          <a:xfrm>
            <a:off x="359999" y="1980000"/>
            <a:ext cx="10800000" cy="648000"/>
          </a:xfrm>
          <a:prstGeom prst="rect">
            <a:avLst/>
          </a:prstGeom>
          <a:solidFill>
            <a:srgbClr val="F2F2F2">
              <a:alpha val="100000"/>
            </a:srgbClr>
          </a:solidFill>
          <a:effectLst/>
        </p:spPr>
        <p:txBody>
          <a:bodyPr vertOverflow="clip" anchor="ctr"/>
          <a:lstStyle/>
          <a:p>
            <a:r>
              <a:rPr lang="en-US" sz="1600" dirty="0">
                <a:latin typeface="Georgia"/>
                <a:ea typeface="Georgia"/>
              </a:rPr>
              <a:t>(specified: Georgia)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359999" y="2232000"/>
            <a:ext cx="10800000" cy="648000"/>
          </a:xfrm>
          <a:prstGeom prst="rect">
            <a:avLst/>
          </a:prstGeom>
          <a:effectLst/>
        </p:spPr>
        <p:txBody>
          <a:bodyPr vertOverflow="clip" anchor="ctr"/>
          <a:lstStyle/>
          <a:p>
            <a:r>
              <a:rPr lang="en-US" sz="2200" dirty="0">
                <a:latin typeface="Times New Roman"/>
                <a:ea typeface="Times New Roman"/>
              </a:rPr>
              <a:t>TNR classic</a:t>
            </a:r>
          </a:p>
        </p:txBody>
      </p:sp>
      <p:sp>
        <p:nvSpPr>
          <p:cNvPr id="3" name="Shape3"/>
          <p:cNvSpPr/>
          <p:nvPr/>
        </p:nvSpPr>
        <p:spPr>
          <a:xfrm>
            <a:off x="359999" y="2915999"/>
            <a:ext cx="10800000" cy="648000"/>
          </a:xfrm>
          <a:prstGeom prst="rect">
            <a:avLst/>
          </a:prstGeom>
          <a:solidFill>
            <a:srgbClr val="F2F2F2">
              <a:alpha val="100000"/>
            </a:srgbClr>
          </a:solidFill>
          <a:effectLst/>
        </p:spPr>
        <p:txBody>
          <a:bodyPr vertOverflow="clip" anchor="ctr"/>
          <a:lstStyle/>
          <a:p>
            <a:r>
              <a:rPr lang="en-US" sz="1600" dirty="0">
                <a:latin typeface="Times New Roman"/>
                <a:ea typeface="Times New Roman"/>
              </a:rPr>
              <a:t>(specified: Times New Roman)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359999" y="3168000"/>
            <a:ext cx="10800000" cy="648000"/>
          </a:xfrm>
          <a:prstGeom prst="rect">
            <a:avLst/>
          </a:prstGeom>
          <a:effectLst/>
        </p:spPr>
        <p:txBody>
          <a:bodyPr vertOverflow="clip" anchor="ctr"/>
          <a:lstStyle/>
          <a:p>
            <a:r>
              <a:rPr lang="en-US" sz="2200" dirty="0">
                <a:latin typeface="Courier New"/>
                <a:ea typeface="Courier New"/>
              </a:rPr>
              <a:t>Courier New mono</a:t>
            </a:r>
          </a:p>
        </p:txBody>
      </p:sp>
      <p:sp>
        <p:nvSpPr>
          <p:cNvPr id="3" name="Shape3"/>
          <p:cNvSpPr/>
          <p:nvPr/>
        </p:nvSpPr>
        <p:spPr>
          <a:xfrm>
            <a:off x="359999" y="3852000"/>
            <a:ext cx="10800000" cy="648000"/>
          </a:xfrm>
          <a:prstGeom prst="rect">
            <a:avLst/>
          </a:prstGeom>
          <a:solidFill>
            <a:srgbClr val="F2F2F2">
              <a:alpha val="100000"/>
            </a:srgbClr>
          </a:solidFill>
          <a:effectLst/>
        </p:spPr>
        <p:txBody>
          <a:bodyPr vertOverflow="clip" anchor="ctr"/>
          <a:lstStyle/>
          <a:p>
            <a:r>
              <a:rPr lang="en-US" sz="1600" dirty="0">
                <a:latin typeface="Courier New"/>
                <a:ea typeface="Courier New"/>
              </a:rPr>
              <a:t>(specified: Courier New)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359999" y="4104000"/>
            <a:ext cx="10800000" cy="648000"/>
          </a:xfrm>
          <a:prstGeom prst="rect">
            <a:avLst/>
          </a:prstGeom>
          <a:effectLst/>
        </p:spPr>
        <p:txBody>
          <a:bodyPr vertOverflow="clip" anchor="ctr"/>
          <a:lstStyle/>
          <a:p>
            <a:r>
              <a:rPr lang="en-US" sz="2200" dirty="0">
                <a:latin typeface="Impact"/>
                <a:ea typeface="Impact"/>
              </a:rPr>
              <a:t>Impact heavy</a:t>
            </a:r>
          </a:p>
        </p:txBody>
      </p:sp>
      <p:sp>
        <p:nvSpPr>
          <p:cNvPr id="3" name="Shape3"/>
          <p:cNvSpPr/>
          <p:nvPr/>
        </p:nvSpPr>
        <p:spPr>
          <a:xfrm>
            <a:off x="359999" y="4788000"/>
            <a:ext cx="10800000" cy="648000"/>
          </a:xfrm>
          <a:prstGeom prst="rect">
            <a:avLst/>
          </a:prstGeom>
          <a:solidFill>
            <a:srgbClr val="F2F2F2">
              <a:alpha val="100000"/>
            </a:srgbClr>
          </a:solidFill>
          <a:effectLst/>
        </p:spPr>
        <p:txBody>
          <a:bodyPr vertOverflow="clip" anchor="ctr"/>
          <a:lstStyle/>
          <a:p>
            <a:r>
              <a:rPr lang="en-US" sz="1600" dirty="0">
                <a:latin typeface="Impact"/>
                <a:ea typeface="Impact"/>
              </a:rPr>
              <a:t>(specified: Impact)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359999" y="5040000"/>
            <a:ext cx="10800000" cy="648000"/>
          </a:xfrm>
          <a:prstGeom prst="rect">
            <a:avLst/>
          </a:prstGeom>
          <a:effectLst/>
        </p:spPr>
        <p:txBody>
          <a:bodyPr vertOverflow="clip" anchor="ctr"/>
          <a:lstStyle/>
          <a:p>
            <a:r>
              <a:rPr lang="en-US" sz="2200" dirty="0">
                <a:latin typeface="Comic Sans MS"/>
                <a:ea typeface="Comic Sans MS"/>
              </a:rPr>
              <a:t>Comic Sans MS</a:t>
            </a:r>
          </a:p>
        </p:txBody>
      </p:sp>
      <p:sp>
        <p:nvSpPr>
          <p:cNvPr id="3" name="Shape3"/>
          <p:cNvSpPr/>
          <p:nvPr/>
        </p:nvSpPr>
        <p:spPr>
          <a:xfrm>
            <a:off x="359999" y="5724000"/>
            <a:ext cx="10800000" cy="648000"/>
          </a:xfrm>
          <a:prstGeom prst="rect">
            <a:avLst/>
          </a:prstGeom>
          <a:solidFill>
            <a:srgbClr val="F2F2F2">
              <a:alpha val="100000"/>
            </a:srgbClr>
          </a:solidFill>
          <a:effectLst/>
        </p:spPr>
        <p:txBody>
          <a:bodyPr vertOverflow="clip" anchor="ctr"/>
          <a:lstStyle/>
          <a:p>
            <a:r>
              <a:rPr lang="en-US" sz="1600" dirty="0">
                <a:latin typeface="Comic Sans MS"/>
                <a:ea typeface="Comic Sans MS"/>
              </a:rPr>
              <a:t>(specified: Comic Sans MS)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359999" y="5976000"/>
            <a:ext cx="10800000" cy="648000"/>
          </a:xfrm>
          <a:prstGeom prst="rect">
            <a:avLst/>
          </a:prstGeom>
          <a:effectLst/>
        </p:spPr>
        <p:txBody>
          <a:bodyPr vertOverflow="clip" anchor="ctr"/>
          <a:lstStyle/>
          <a:p>
            <a:r>
              <a:rPr lang="en-US" sz="2200" dirty="0">
                <a:latin typeface="Manrope"/>
                <a:ea typeface="Manrope"/>
              </a:rPr>
              <a:t>Manrope variable (bundled: winapps-baseline/fonts/)</a:t>
            </a:r>
          </a:p>
        </p:txBody>
      </p:sp>
      <p:sp>
        <p:nvSpPr>
          <p:cNvPr id="3" name="Shape3"/>
          <p:cNvSpPr/>
          <p:nvPr/>
        </p:nvSpPr>
        <p:spPr>
          <a:xfrm>
            <a:off x="359999" y="6660000"/>
            <a:ext cx="10800000" cy="648000"/>
          </a:xfrm>
          <a:prstGeom prst="rect">
            <a:avLst/>
          </a:prstGeom>
          <a:solidFill>
            <a:srgbClr val="F2F2F2">
              <a:alpha val="100000"/>
            </a:srgbClr>
          </a:solidFill>
          <a:effectLst/>
        </p:spPr>
        <p:txBody>
          <a:bodyPr vertOverflow="clip" anchor="ctr"/>
          <a:lstStyle/>
          <a:p>
            <a:r>
              <a:rPr lang="en-US" sz="1600" dirty="0">
                <a:latin typeface="Manrope"/>
                <a:ea typeface="Manrope"/>
              </a:rPr>
              <a:t>(specified: Manrope)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x-open-th">
  <a:themeElements>
    <a:clrScheme name="pptx-open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ptx-open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ptx-ope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