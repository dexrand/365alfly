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2"/>
          <p:cNvGrpSpPr/>
          <p:nvPr/>
        </p:nvGrpSpPr>
        <p:grpSpPr>
          <a:xfrm>
            <a:off x="719999" y="719999"/>
            <a:ext cx="2160000" cy="1439999"/>
            <a:chOff x="0" y="0"/>
            <a:chExt cx="2160000" cy="1439999"/>
          </a:xfrm>
        </p:grpSpPr>
        <p:sp>
          <p:nvSpPr>
            <p:cNvPr id="3" name="Shape3"/>
            <p:cNvSpPr/>
            <p:nvPr/>
          </p:nvSpPr>
          <p:spPr>
            <a:xfrm>
              <a:off x="0" y="0"/>
              <a:ext cx="1439999" cy="1439999"/>
            </a:xfrm>
            <a:prstGeom prst="rect">
              <a:avLst/>
            </a:prstGeom>
            <a:solidFill>
              <a:srgbClr val="E74C3C">
                <a:alpha val="100000"/>
              </a:srgbClr>
            </a:solidFill>
            <a:effectLst/>
          </p:spPr>
          <p:txBody>
            <a:bodyPr vertOverflow="clip" anchor="ctr"/>
            <a:lstStyle/>
            <a:p>
              <a:r>
                <a:rPr lang="en-US" sz="1800" dirty="0"/>
                <a:t>A</a:t>
              </a:r>
            </a:p>
          </p:txBody>
        </p:sp>
        <p:sp>
          <p:nvSpPr>
            <p:cNvPr id="4" name="Shape4"/>
            <p:cNvSpPr/>
            <p:nvPr/>
          </p:nvSpPr>
          <p:spPr>
            <a:xfrm>
              <a:off x="1439999" y="719999"/>
              <a:ext cx="1439999" cy="1439999"/>
            </a:xfrm>
            <a:prstGeom prst="rect">
              <a:avLst/>
            </a:prstGeom>
            <a:solidFill>
              <a:srgbClr val="3498DB">
                <a:alpha val="100000"/>
              </a:srgbClr>
            </a:solidFill>
            <a:effectLst/>
          </p:spPr>
          <p:txBody>
            <a:bodyPr vertOverflow="clip" anchor="ctr"/>
            <a:lstStyle/>
            <a:p>
              <a:r>
                <a:rPr lang="en-US" sz="1800" dirty="0"/>
                <a:t>B</a:t>
              </a:r>
            </a:p>
          </p:txBody>
        </p:sp>
      </p:grpSp>
      <p:grpSp>
        <p:nvGrpSpPr>
          <p:cNvPr id="5" name="Group5"/>
          <p:cNvGrpSpPr/>
          <p:nvPr/>
        </p:nvGrpSpPr>
        <p:grpSpPr>
          <a:xfrm>
            <a:off x="719999" y="719999"/>
            <a:ext cx="2160000" cy="1439999"/>
            <a:chOff x="0" y="0"/>
            <a:chExt cx="2160000" cy="1439999"/>
          </a:xfrm>
        </p:grpSpPr>
        <p:sp>
          <p:nvSpPr>
            <p:cNvPr id="6" name="Shape6"/>
            <p:cNvSpPr/>
            <p:nvPr/>
          </p:nvSpPr>
          <p:spPr>
            <a:xfrm>
              <a:off x="0" y="0"/>
              <a:ext cx="1439999" cy="1439999"/>
            </a:xfrm>
            <a:prstGeom prst="rect">
              <a:avLst/>
            </a:prstGeom>
            <a:solidFill>
              <a:srgbClr val="27AE60">
                <a:alpha val="100000"/>
              </a:srgbClr>
            </a:solidFill>
            <a:effectLst/>
          </p:spPr>
          <p:txBody>
            <a:bodyPr vertOverflow="clip" anchor="ctr"/>
            <a:lstStyle/>
            <a:p>
              <a:r>
                <a:rPr lang="en-US" sz="1800" dirty="0"/>
                <a:t>C</a:t>
              </a:r>
            </a:p>
          </p:txBody>
        </p:sp>
        <p:sp>
          <p:nvSpPr>
            <p:cNvPr id="7" name="Shape7"/>
            <p:cNvSpPr/>
            <p:nvPr/>
          </p:nvSpPr>
          <p:spPr>
            <a:xfrm>
              <a:off x="1439999" y="719999"/>
              <a:ext cx="1439999" cy="1439999"/>
            </a:xfrm>
            <a:prstGeom prst="rect">
              <a:avLst/>
            </a:prstGeom>
            <a:solidFill>
              <a:srgbClr val="F1C40F">
                <a:alpha val="100000"/>
              </a:srgbClr>
            </a:solidFill>
            <a:effectLst/>
          </p:spPr>
          <p:txBody>
            <a:bodyPr vertOverflow="clip" anchor="ctr"/>
            <a:lstStyle/>
            <a:p>
              <a:r>
                <a:rPr lang="en-US" sz="1800" dirty="0"/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