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9" y="359999"/>
            <a:ext cx="1728000" cy="1728000"/>
          </a:xfrm>
          <a:prstGeom prst="rect">
            <a:avLst/>
          </a:prstGeom>
        </p:spPr>
      </p:pic>
      <p:pic>
        <p:nvPicPr>
          <p:cNvPr id="3" name="Pic2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4320000" y="359999"/>
            <a:ext cx="1728000" cy="172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